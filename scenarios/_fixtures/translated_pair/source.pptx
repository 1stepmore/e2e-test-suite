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Meridian Robotics — Quarterly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2026 results and forward outlook.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MR-25 launch in March. AI-Quality v2 in Q2.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$480M, up 12% YoY. Operating margin 18%.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