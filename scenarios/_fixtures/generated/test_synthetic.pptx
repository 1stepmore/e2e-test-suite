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PPTX fixture for validation scenarios.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Second slide with plain text content.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